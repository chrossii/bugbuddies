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86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822960" y="3474720"/>
            <a:ext cx="2011680" cy="2011680"/>
          </a:xfrm>
          <a:prstGeom prst="ellipse">
            <a:avLst/>
          </a:prstGeom>
          <a:solidFill>
            <a:srgbClr val="1E2761">
              <a:alpha val="3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114800" y="4114800"/>
            <a:ext cx="731520" cy="7315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429000" y="457200"/>
            <a:ext cx="2286000" cy="320040"/>
          </a:xfrm>
          <a:prstGeom prst="roundRect">
            <a:avLst>
              <a:gd name="adj" fmla="val 28571"/>
            </a:avLst>
          </a:prstGeom>
          <a:solidFill>
            <a:srgbClr val="92600A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429000" y="457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ETS1_26_P1  ·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kern="0" spc="2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BugBuddys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mit Gestensteuerung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 ·  MQTT  ·  ESP32  · 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3200400"/>
            <a:ext cx="2926080" cy="0"/>
          </a:xfrm>
          <a:prstGeom prst="line">
            <a:avLst/>
          </a:prstGeom>
          <a:noFill/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005840" y="338328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61B2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Skeete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MQTT-Publisher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338328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161B27"/>
          </a:solidFill>
          <a:ln w="12700">
            <a:solidFill>
              <a:srgbClr val="2A334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Resch</a:t>
            </a:r>
            <a:endParaRPr lang="en-US" sz="1300" dirty="0"/>
          </a:p>
          <a:p>
            <a:pPr algn="ct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MQTT-Subscriber &amp; Hardware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 ·  07. Juli 2026  ·  Klasse ETS1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 des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93192" y="1225296"/>
            <a:ext cx="621792" cy="621792"/>
          </a:xfrm>
          <a:prstGeom prst="ellipse">
            <a:avLst/>
          </a:prstGeom>
          <a:solidFill>
            <a:srgbClr val="92600A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93192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Gestensteuerung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691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Webcam + MediaPipe erkennt Handgesten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Mindestens 4 Gesten implementiert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3500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Publisher sendet Geste per MQTT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828032" y="1225296"/>
            <a:ext cx="621792" cy="621792"/>
          </a:xfrm>
          <a:prstGeom prst="ellipse">
            <a:avLst/>
          </a:prstGeom>
          <a:solidFill>
            <a:srgbClr val="92600A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828032" y="12252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1887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MQTT-Kommunikation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169164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Lokaler Mosquitto-Broker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64608" y="20208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 1883 (TCP) &amp; 9001 (WebSocket)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64608" y="23500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Alle Komponenten kommunizieren hier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93192" y="3145536"/>
            <a:ext cx="621792" cy="621792"/>
          </a:xfrm>
          <a:prstGeom prst="ellipse">
            <a:avLst/>
          </a:prstGeom>
          <a:solidFill>
            <a:srgbClr val="92600A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93192" y="3145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Sensorik &amp; Aktorik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" y="36118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 als zentraler MQTT-Subscriber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9410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LED, Servo, DHT22, PIR, Taster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42702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44368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828032" y="3145536"/>
            <a:ext cx="621792" cy="621792"/>
          </a:xfrm>
          <a:prstGeom prst="ellipse">
            <a:avLst/>
          </a:prstGeom>
          <a:solidFill>
            <a:srgbClr val="92600A">
              <a:alpha val="6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28032" y="31455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77840" y="31089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64608" y="361188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HTML/JS im Browser, kein Server nötig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4608" y="394106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WebSocket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427024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Direkte Steuerung per Klick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Systemarchitektur &amp; Kommunikation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0"/>
            <a:ext cx="228600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82880" y="1371600"/>
            <a:ext cx="2286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MediaPipe
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Gestenerkennung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MQTT-Publisher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30552"/>
            <a:ext cx="1143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429000" y="20116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</a:rPr>
              <a:t>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publiziert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30168" y="1371600"/>
            <a:ext cx="2103120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 w="25400">
            <a:solidFill>
              <a:srgbClr val="4A7F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30168" y="1371600"/>
            <a:ext cx="2103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MQTT-Broker
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(lokal)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1883 / 9001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Topic-Router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33288" y="2130552"/>
            <a:ext cx="1143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693408" y="201168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33288" y="18288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94576" y="1371600"/>
            <a:ext cx="2057400" cy="1508760"/>
          </a:xfrm>
          <a:prstGeom prst="roundRect">
            <a:avLst>
              <a:gd name="adj" fmla="val 6061"/>
            </a:avLst>
          </a:prstGeom>
          <a:solidFill>
            <a:srgbClr val="0F2A1E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894576" y="1371600"/>
            <a:ext cx="2057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ESP32
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MQTT-Subscriber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Sensoren &amp; Aktoren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· Servo · DHT22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2880360"/>
            <a:ext cx="0" cy="68580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35424" y="3456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</a:rPr>
              <a:t>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sub/pub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10128" y="36118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2D1B69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10128" y="36118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
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 · Browser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Port 9001</a:t>
            </a:r>
            <a:endParaRPr lang="en-US" sz="13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Visualisierung &amp; Steuerung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82880" y="4434840"/>
            <a:ext cx="3017520" cy="566928"/>
          </a:xfrm>
          <a:prstGeom prst="roundRect">
            <a:avLst>
              <a:gd name="adj" fmla="val 1129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56032" y="4434840"/>
            <a:ext cx="28712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Alle Geräte im </a:t>
            </a:r>
            <a:r>
              <a:rPr lang="en-US" sz="900" b="1" dirty="0" err="1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gleichen</a:t>
            </a:r>
            <a:r>
              <a:rPr lang="en-US" sz="9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</a:t>
            </a:r>
            <a:r>
              <a:rPr lang="en-US" sz="9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Präfix: smarthome_teamBugBuddies/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Steuerung – Gesten &amp; ESP32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228600" y="1024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Handgeste  →  Aktion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24128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0F2A1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846320" y="102412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– Sensoren &amp; Aktoren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2704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🖐️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open_hand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9280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home/gesture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1673352"/>
            <a:ext cx="1463040" cy="402336"/>
          </a:xfrm>
          <a:prstGeom prst="roundRect">
            <a:avLst>
              <a:gd name="adj" fmla="val 15909"/>
            </a:avLst>
          </a:prstGeom>
          <a:solidFill>
            <a:srgbClr val="92600A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43200" y="16733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35000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74320" y="23500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0120" y="239572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71576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home/gesture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0" y="2496312"/>
            <a:ext cx="1463040" cy="402336"/>
          </a:xfrm>
          <a:prstGeom prst="roundRect">
            <a:avLst>
              <a:gd name="adj" fmla="val 15909"/>
            </a:avLst>
          </a:prstGeom>
          <a:solidFill>
            <a:srgbClr val="334155">
              <a:alpha val="4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743200" y="249631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AUS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17296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74320" y="317296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thumbs_up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5387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home/gesture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0" y="3319272"/>
            <a:ext cx="1463040" cy="402336"/>
          </a:xfrm>
          <a:prstGeom prst="roundRect">
            <a:avLst>
              <a:gd name="adj" fmla="val 15909"/>
            </a:avLst>
          </a:prstGeom>
          <a:solidFill>
            <a:srgbClr val="14532D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743200" y="3319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ÖFFNEN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99592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74320" y="399592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✌️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60120" y="404164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3616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home/gesture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0" y="4142232"/>
            <a:ext cx="1463040" cy="402336"/>
          </a:xfrm>
          <a:prstGeom prst="roundRect">
            <a:avLst>
              <a:gd name="adj" fmla="val 15909"/>
            </a:avLst>
          </a:prstGeom>
          <a:solidFill>
            <a:srgbClr val="7F1D1D">
              <a:alpha val="4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2743200" y="41422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SCHLIESSEN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52704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892040" y="152704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77840" y="157276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 (D22)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18928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Licht ein/aus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26680" y="1673352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92600A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7726680" y="16733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+ Geste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35000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892040" y="23500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5577840" y="23957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  (D21)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77840" y="27157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  0° / 90°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26680" y="2496312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92600A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7726680" y="249631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+ Geste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317296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4892040" y="317296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577840" y="321868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 (D5)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77840" y="35387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&amp; Luftfeuchte alle 3s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26680" y="3319272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14532D">
              <a:alpha val="4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7726680" y="33192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995928"/>
            <a:ext cx="4069080" cy="713232"/>
          </a:xfrm>
          <a:prstGeom prst="roundRect">
            <a:avLst>
              <a:gd name="adj" fmla="val 897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4892040" y="399592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👁️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5577840" y="404164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 (D4)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577840" y="4361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Bewegungserkennung live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26680" y="4142232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4C1D95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7726680" y="414223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Dashboard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Entstandene Probleme &amp; Lösungen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2412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10896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11155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3.14 inkompatibel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" y="166420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10896" y="1664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Skeete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0896" y="192024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MediaPipe läuft nicht auf Python 3.14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" y="232257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10896" y="2368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3.11 parallel installiert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02412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282696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76472" y="11155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 nicht erreichbar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82696" y="166420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" name="Text 14"/>
          <p:cNvSpPr/>
          <p:nvPr/>
        </p:nvSpPr>
        <p:spPr>
          <a:xfrm>
            <a:off x="3282696" y="1664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Skeete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82696" y="192024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broker.hivemq.com reagierte nicht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82696" y="232257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3282696" y="2368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Lokalen Mosquitto-Broker eingerichtet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102412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254496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48272" y="111556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Topic-Präfix Mismatch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166420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254496" y="16642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Skeete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54496" y="192024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ESP &amp; Dashboard hatten verschiedene Präfixe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232257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254496" y="236829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Präfix in allen Dateien angeglichen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299008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1089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4672" y="30815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Gesten am ESP nicht erkannt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0896" y="363016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310896" y="36301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10896" y="38862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home/gesture nicht im Callback ausgewertet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" y="428853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310896" y="4334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Gesture-Handler im Sketch ergänzt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72968" y="299008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28269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776472" y="30815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feste IP im Hotspot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82696" y="363016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3282696" y="36301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82696" y="38862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Handy-Hotspot vergab dynamische IPs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82696" y="428853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3282696" y="4334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Statische IP </a:t>
            </a:r>
            <a:r>
              <a:rPr lang="en-US" sz="900" b="1" dirty="0" err="1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</a:t>
            </a: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DeMorganRouter</a:t>
            </a: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vergeben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2990088"/>
            <a:ext cx="2798064" cy="1783080"/>
          </a:xfrm>
          <a:prstGeom prst="roundRect">
            <a:avLst>
              <a:gd name="adj" fmla="val 5128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6254496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748272" y="308152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CP2102 Treiber fehlte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54496" y="3630168"/>
            <a:ext cx="640080" cy="219456"/>
          </a:xfrm>
          <a:prstGeom prst="roundRect">
            <a:avLst>
              <a:gd name="adj" fmla="val 20833"/>
            </a:avLst>
          </a:prstGeom>
          <a:solidFill>
            <a:srgbClr val="FDE68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/>
          <p:cNvSpPr/>
          <p:nvPr/>
        </p:nvSpPr>
        <p:spPr>
          <a:xfrm>
            <a:off x="6254496" y="36301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54496" y="3886200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ESP32 wurde nicht am PC erkannt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54496" y="4288536"/>
            <a:ext cx="2578608" cy="0"/>
          </a:xfrm>
          <a:prstGeom prst="line">
            <a:avLst/>
          </a:prstGeom>
          <a:noFill/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Text 49"/>
          <p:cNvSpPr/>
          <p:nvPr/>
        </p:nvSpPr>
        <p:spPr>
          <a:xfrm>
            <a:off x="6254496" y="4334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Seriell-Treiber installiert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Bildschirmpräsentation (16:9)</PresentationFormat>
  <Paragraphs>125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BugBuddys – Smart Home</dc:title>
  <dc:subject>PptxGenJS Presentation</dc:subject>
  <dc:creator>Christopher Skeete &amp; Fabian Resch</dc:creator>
  <cp:lastModifiedBy>Christopher Skeete</cp:lastModifiedBy>
  <cp:revision>2</cp:revision>
  <dcterms:created xsi:type="dcterms:W3CDTF">2026-07-01T06:43:29Z</dcterms:created>
  <dcterms:modified xsi:type="dcterms:W3CDTF">2026-07-01T06:56:59Z</dcterms:modified>
</cp:coreProperties>
</file>